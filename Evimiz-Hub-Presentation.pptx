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C63FF"/>
                </a:solidFill>
              </a:rPr>
              <a:t>EVIMIZ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Turn Buildings Into
Revenue-Generating
Digital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CCDD"/>
                </a:solidFill>
              </a:rPr>
              <a:t>The smart intercom platform that generates value for developers,
integrators, and property managers — all from one infrastructure.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C63FF"/>
                </a:solidFill>
              </a:rPr>
              <a:t>1,000+ buildings  ·  Millions of users  ·  Proven in CIS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DD"/>
                </a:solidFill>
              </a:rPr>
              <a:t>Buildings are full of value — but most of it goes uncaptured.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10789920" cy="77724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C63FF"/>
                </a:solidFill>
              </a:rPr>
              <a:t>🏗  Developers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240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sell once, then lose touch with the building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10789920" cy="77724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C63FF"/>
                </a:solidFill>
              </a:rPr>
              <a:t>🔌  Integrators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1546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install hardware but earn nothing after day 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31920"/>
            <a:ext cx="10789920" cy="777240"/>
          </a:xfrm>
          <a:prstGeom prst="rect">
            <a:avLst/>
          </a:prstGeom>
          <a:solidFill>
            <a:srgbClr val="16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C63FF"/>
                </a:solidFill>
              </a:rPr>
              <a:t>🏢  Property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0690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drown in calls, complaints, and manual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03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C63FF"/>
                </a:solidFill>
              </a:rPr>
              <a:t>Evimiz solves all three — with one platform.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One Platform. Three Revenue Streams.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CCDD"/>
                </a:solidFill>
              </a:rPr>
              <a:t>Evimiz is a smart intercom infrastructure with cloud management,
mobile app for residents, and automated billing.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2560320" cy="2560320"/>
          </a:xfrm>
          <a:prstGeom prst="rect">
            <a:avLst/>
          </a:prstGeom>
          <a:solidFill>
            <a:srgbClr val="16163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C63FF"/>
                </a:solidFill>
              </a:rPr>
              <a:t>Smart
Intercom
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DD"/>
                </a:solidFill>
              </a:rPr>
              <a:t>Reliable devices
for any building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194560"/>
            <a:ext cx="2560320" cy="2560320"/>
          </a:xfrm>
          <a:prstGeom prst="rect">
            <a:avLst/>
          </a:prstGeom>
          <a:solidFill>
            <a:srgbClr val="16163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377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C63FF"/>
                </a:solidFill>
              </a:rPr>
              <a:t>Cloud
Management
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DD"/>
                </a:solidFill>
              </a:rPr>
              <a:t>Web dashboard for
full remote 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194560"/>
            <a:ext cx="2560320" cy="2560320"/>
          </a:xfrm>
          <a:prstGeom prst="rect">
            <a:avLst/>
          </a:prstGeom>
          <a:solidFill>
            <a:srgbClr val="16163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377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C63FF"/>
                </a:solidFill>
              </a:rPr>
              <a:t>Resident
Mobile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DD"/>
                </a:solidFill>
              </a:rPr>
              <a:t>Access, payments &amp;
communication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2194560"/>
            <a:ext cx="2560320" cy="2560320"/>
          </a:xfrm>
          <a:prstGeom prst="rect">
            <a:avLst/>
          </a:prstGeom>
          <a:solidFill>
            <a:srgbClr val="16163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37744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C63FF"/>
                </a:solidFill>
              </a:rPr>
              <a:t>Subscription
Billing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DD"/>
                </a:solidFill>
              </a:rPr>
              <a:t>Automated monthly
revenue collection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D700"/>
                </a:solidFill>
              </a:rPr>
              <a:t>From $2/device/month  ·  No upfront infrastructure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C63FF"/>
                </a:solidFill>
              </a:rPr>
              <a:t>For Real Estate Developers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Add $200K per project.
Sell faster.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DD"/>
                </a:solidFill>
              </a:rPr>
              <a:t>Add smart infrastructure that increases perceived value and closes deals faster.
Buyers pay premium for smart buildings — you capture that premium at no extra cost.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566160"/>
            <a:ext cx="3291840" cy="1463040"/>
          </a:xfrm>
          <a:prstGeom prst="rect">
            <a:avLst/>
          </a:prstGeom>
          <a:solidFill>
            <a:srgbClr val="16163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C63FF"/>
                </a:solidFill>
              </a:rPr>
              <a:t>+$200K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DD"/>
                </a:solidFill>
              </a:rPr>
              <a:t>per 100-unit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566160"/>
            <a:ext cx="3291840" cy="1463040"/>
          </a:xfrm>
          <a:prstGeom prst="rect">
            <a:avLst/>
          </a:prstGeom>
          <a:solidFill>
            <a:srgbClr val="16163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37033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C63FF"/>
                </a:solidFill>
              </a:rPr>
              <a:t>2–3x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3434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DD"/>
                </a:solidFill>
              </a:rPr>
              <a:t>faster sales cycle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3566160"/>
            <a:ext cx="3291840" cy="1463040"/>
          </a:xfrm>
          <a:prstGeom prst="rect">
            <a:avLst/>
          </a:prstGeom>
          <a:solidFill>
            <a:srgbClr val="16163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37033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C63FF"/>
                </a:solidFill>
              </a:rPr>
              <a:t>$2/mo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3434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DD"/>
                </a:solidFill>
              </a:rPr>
              <a:t>per device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77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Smart access control   ✓  Remote management   ✓  Resident mobile app included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C63FF"/>
                </a:solidFill>
              </a:rPr>
              <a:t>For CCTV Integrators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Build $10K/month
recurring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DD"/>
                </a:solidFill>
              </a:rPr>
              <a:t>Every install becomes a monthly subscription. Revenue grows automatically as you add buildings.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91840"/>
            <a:ext cx="2560320" cy="1828800"/>
          </a:xfrm>
          <a:prstGeom prst="rect">
            <a:avLst/>
          </a:prstGeom>
          <a:solidFill>
            <a:srgbClr val="16163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4290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C63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Install Evimiz
hardware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3291840"/>
            <a:ext cx="2560320" cy="1828800"/>
          </a:xfrm>
          <a:prstGeom prst="rect">
            <a:avLst/>
          </a:prstGeom>
          <a:solidFill>
            <a:srgbClr val="16163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34290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C63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4290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Activate cloud
subscription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291840"/>
            <a:ext cx="2560320" cy="1828800"/>
          </a:xfrm>
          <a:prstGeom prst="rect">
            <a:avLst/>
          </a:prstGeom>
          <a:solidFill>
            <a:srgbClr val="16163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34290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C63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Collect monthly
fee automatically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3291840"/>
            <a:ext cx="2560320" cy="1828800"/>
          </a:xfrm>
          <a:prstGeom prst="rect">
            <a:avLst/>
          </a:prstGeom>
          <a:solidFill>
            <a:srgbClr val="16163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34290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C63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4290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Add buildings,
grow revenue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700"/>
                </a:solidFill>
              </a:rPr>
              <a:t>$10,000/month at scale  ·  From $2/device/month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C63FF"/>
                </a:solidFill>
              </a:rPr>
              <a:t>For Property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Run your building
without the headaches.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DD"/>
                </a:solidFill>
              </a:rPr>
              <a:t>Save 10+ hours/week. 70% fewer calls. Reduce operational costs by 30–50%.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3291840" cy="1463040"/>
          </a:xfrm>
          <a:prstGeom prst="rect">
            <a:avLst/>
          </a:prstGeom>
          <a:solidFill>
            <a:srgbClr val="16163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CAF50"/>
                </a:solidFill>
              </a:rPr>
              <a:t>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DD"/>
                </a:solidFill>
              </a:rPr>
              <a:t>fewer resident complaints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3200400"/>
            <a:ext cx="3291840" cy="1463040"/>
          </a:xfrm>
          <a:prstGeom prst="rect">
            <a:avLst/>
          </a:prstGeom>
          <a:solidFill>
            <a:srgbClr val="16163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3337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CAF50"/>
                </a:solidFill>
              </a:rPr>
              <a:t>10+ hrs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9776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DD"/>
                </a:solidFill>
              </a:rPr>
              <a:t>saved per week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3200400"/>
            <a:ext cx="3291840" cy="1463040"/>
          </a:xfrm>
          <a:prstGeom prst="rect">
            <a:avLst/>
          </a:prstGeom>
          <a:solidFill>
            <a:srgbClr val="16163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3337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CAF50"/>
                </a:solidFill>
              </a:rPr>
              <a:t>30–50%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9776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DD"/>
                </a:solidFill>
              </a:rPr>
              <a:t>operational cost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Remote door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2180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Resident self-service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05856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Automated 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89904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✓  Debt-based access control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Proven at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2011680"/>
          </a:xfrm>
          <a:prstGeom prst="rect">
            <a:avLst/>
          </a:prstGeom>
          <a:solidFill>
            <a:srgbClr val="16163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6C63FF"/>
                </a:solidFill>
              </a:rPr>
              <a:t>1,000+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DD"/>
                </a:solidFill>
              </a:rPr>
              <a:t>Buildings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1645920"/>
            <a:ext cx="3291840" cy="2011680"/>
          </a:xfrm>
          <a:prstGeom prst="rect">
            <a:avLst/>
          </a:prstGeom>
          <a:solidFill>
            <a:srgbClr val="16163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39" y="18288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6C63FF"/>
                </a:solidFill>
              </a:rPr>
              <a:t>Millions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9" y="2834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DD"/>
                </a:solidFill>
              </a:rPr>
              <a:t>of Users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598" y="1645920"/>
            <a:ext cx="3291840" cy="2011680"/>
          </a:xfrm>
          <a:prstGeom prst="rect">
            <a:avLst/>
          </a:prstGeom>
          <a:solidFill>
            <a:srgbClr val="16163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8" y="18288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6C63FF"/>
                </a:solidFill>
              </a:rPr>
              <a:t>CIS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8" y="2834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DD"/>
                </a:solidFill>
              </a:rPr>
              <a:t>Market Proven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CCDD"/>
                </a:solidFill>
              </a:rPr>
              <a:t>"Evimiz is the infrastructure layer that makes buildings smart,
manageable, and profitable — for everyone involved."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C63FF"/>
                </a:solidFill>
              </a:rPr>
              <a:t>— Evimiz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Ready to Get Started?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DD"/>
                </a:solidFill>
              </a:rPr>
              <a:t>Join 1,000+ buildings already running on Evimiz.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560320"/>
            <a:ext cx="9418320" cy="777240"/>
          </a:xfrm>
          <a:prstGeom prst="rect">
            <a:avLst/>
          </a:prstGeom>
          <a:solidFill>
            <a:srgbClr val="16163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67004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CCCDD"/>
                </a:solidFill>
              </a:rPr>
              <a:t>Real Estate 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67004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C63FF"/>
                </a:solidFill>
              </a:rPr>
              <a:t>Add $200K to Your Next Project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9418320" cy="777240"/>
          </a:xfrm>
          <a:prstGeom prst="rect">
            <a:avLst/>
          </a:prstGeom>
          <a:solidFill>
            <a:srgbClr val="16163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63016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CCCDD"/>
                </a:solidFill>
              </a:rPr>
              <a:t>CCTV Integrator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63016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C63FF"/>
                </a:solidFill>
              </a:rPr>
              <a:t>Build Your $10K/Month Model 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480560"/>
            <a:ext cx="9418320" cy="777240"/>
          </a:xfrm>
          <a:prstGeom prst="rect">
            <a:avLst/>
          </a:prstGeom>
          <a:solidFill>
            <a:srgbClr val="161630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59028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CCCDD"/>
                </a:solidFill>
              </a:rPr>
              <a:t>Property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59028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C63FF"/>
                </a:solidFill>
              </a:rPr>
              <a:t>Cut 70% of Daily Work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DD"/>
                </a:solidFill>
              </a:rPr>
              <a:t>evimiz.com  ·  hello@evimiz.com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